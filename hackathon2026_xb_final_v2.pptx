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78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731520"/>
            <a:ext cx="4114800" cy="310896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0"/>
            <a:ext cx="1325880" cy="13258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4048"/>
            <a:ext cx="621792" cy="62179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80160" y="4572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XPRESSBEES</a:t>
            </a:r>
            <a:endParaRPr lang="en-US" sz="130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389888"/>
            <a:ext cx="3840480" cy="457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1536192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Hackathon</a:t>
            </a:r>
            <a:endParaRPr lang="en-US" sz="6400" dirty="0"/>
          </a:p>
        </p:txBody>
      </p:sp>
      <p:sp>
        <p:nvSpPr>
          <p:cNvPr id="8" name="Text 2"/>
          <p:cNvSpPr/>
          <p:nvPr/>
        </p:nvSpPr>
        <p:spPr>
          <a:xfrm>
            <a:off x="548640" y="2523744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6400" dirty="0"/>
          </a:p>
        </p:txBody>
      </p:sp>
      <p:sp>
        <p:nvSpPr>
          <p:cNvPr id="9" name="Shape 3"/>
          <p:cNvSpPr/>
          <p:nvPr/>
        </p:nvSpPr>
        <p:spPr>
          <a:xfrm>
            <a:off x="548640" y="384048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/>
        </p:spPr>
      </p:sp>
      <p:sp>
        <p:nvSpPr>
          <p:cNvPr id="10" name="Text 4"/>
          <p:cNvSpPr/>
          <p:nvPr/>
        </p:nvSpPr>
        <p:spPr>
          <a:xfrm>
            <a:off x="548640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XPRESSBEES  ·  INNOVATION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548640" y="3840480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/>
        </p:spPr>
      </p:sp>
      <p:sp>
        <p:nvSpPr>
          <p:cNvPr id="12" name="Text 6"/>
          <p:cNvSpPr/>
          <p:nvPr/>
        </p:nvSpPr>
        <p:spPr>
          <a:xfrm>
            <a:off x="548640" y="3840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XPRESSBEES  ·  INNOVATION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548640" y="42611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fast · Shipped smart · Measured hard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731933" y="42199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 ·   [DD MMM 2026]</a:t>
            </a:r>
            <a:endParaRPr lang="en-US" sz="14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8B781A04-FB60-9CDC-5979-AE54587FDD34}"/>
              </a:ext>
            </a:extLst>
          </p:cNvPr>
          <p:cNvSpPr/>
          <p:nvPr/>
        </p:nvSpPr>
        <p:spPr>
          <a:xfrm>
            <a:off x="5029200" y="4560147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cs typeface="Calibri" pitchFamily="34" charset="-120"/>
              </a:rPr>
              <a:t>Mentor Name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63040"/>
            <a:ext cx="4114800" cy="310896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0"/>
            <a:ext cx="1325880" cy="13258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292608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92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PROBLEM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548640" y="685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We Solving?</a:t>
            </a:r>
            <a:endParaRPr lang="en-US" sz="3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719072"/>
            <a:ext cx="5120640" cy="457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8745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[Problem Area]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48640" y="23317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root cause and pain point in 2–3 sentences. Who is affected, what breaks down, what does it cost the business each day?]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48640" y="3246120"/>
            <a:ext cx="1572768" cy="5943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1" name="Shape 6"/>
          <p:cNvSpPr/>
          <p:nvPr/>
        </p:nvSpPr>
        <p:spPr>
          <a:xfrm>
            <a:off x="548640" y="3246120"/>
            <a:ext cx="54864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7"/>
          <p:cNvSpPr/>
          <p:nvPr/>
        </p:nvSpPr>
        <p:spPr>
          <a:xfrm>
            <a:off x="676656" y="324612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X% Delays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2267712" y="3246120"/>
            <a:ext cx="1572768" cy="5943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Shape 9"/>
          <p:cNvSpPr/>
          <p:nvPr/>
        </p:nvSpPr>
        <p:spPr>
          <a:xfrm>
            <a:off x="2267712" y="3246120"/>
            <a:ext cx="54864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0"/>
          <p:cNvSpPr/>
          <p:nvPr/>
        </p:nvSpPr>
        <p:spPr>
          <a:xfrm>
            <a:off x="2395728" y="324612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₹Y Loss / Day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986784" y="3246120"/>
            <a:ext cx="1572768" cy="5943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Shape 12"/>
          <p:cNvSpPr/>
          <p:nvPr/>
        </p:nvSpPr>
        <p:spPr>
          <a:xfrm>
            <a:off x="3986784" y="3246120"/>
            <a:ext cx="54864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3"/>
          <p:cNvSpPr/>
          <p:nvPr/>
        </p:nvSpPr>
        <p:spPr>
          <a:xfrm>
            <a:off x="4114800" y="324612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Orders Hit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315200" y="1956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492240" y="43342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731520"/>
            <a:ext cx="4114800" cy="310896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0"/>
            <a:ext cx="1325880" cy="13258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292608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92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APPROACH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548640" y="6858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Are We Solving It?</a:t>
            </a:r>
            <a:endParaRPr lang="en-US" sz="3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719072"/>
            <a:ext cx="8229600" cy="457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847088"/>
            <a:ext cx="2651760" cy="301752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9" name="Shape 4"/>
          <p:cNvSpPr/>
          <p:nvPr/>
        </p:nvSpPr>
        <p:spPr>
          <a:xfrm>
            <a:off x="548640" y="1847088"/>
            <a:ext cx="54864" cy="3017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5"/>
          <p:cNvSpPr/>
          <p:nvPr/>
        </p:nvSpPr>
        <p:spPr>
          <a:xfrm>
            <a:off x="694944" y="19019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694944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Identify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94944" y="331012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[Root-cause analysis, data deep-dive, user research and problem mapping]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127248" y="27432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7316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3364992" y="1847088"/>
            <a:ext cx="2651760" cy="301752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5" name="Shape 10"/>
          <p:cNvSpPr/>
          <p:nvPr/>
        </p:nvSpPr>
        <p:spPr>
          <a:xfrm>
            <a:off x="3364992" y="1847088"/>
            <a:ext cx="54864" cy="3017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1"/>
          <p:cNvSpPr/>
          <p:nvPr/>
        </p:nvSpPr>
        <p:spPr>
          <a:xfrm>
            <a:off x="3511296" y="19019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Text 12"/>
          <p:cNvSpPr/>
          <p:nvPr/>
        </p:nvSpPr>
        <p:spPr>
          <a:xfrm>
            <a:off x="3511296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511296" y="331012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[Tech stack, architecture, key modules and tools used to build the solution]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943600" y="27432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7316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181344" y="1847088"/>
            <a:ext cx="2651760" cy="301752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1" name="Shape 16"/>
          <p:cNvSpPr/>
          <p:nvPr/>
        </p:nvSpPr>
        <p:spPr>
          <a:xfrm>
            <a:off x="6181344" y="1847088"/>
            <a:ext cx="54864" cy="3017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17"/>
          <p:cNvSpPr/>
          <p:nvPr/>
        </p:nvSpPr>
        <p:spPr>
          <a:xfrm>
            <a:off x="6327648" y="19019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3" name="Text 18"/>
          <p:cNvSpPr/>
          <p:nvPr/>
        </p:nvSpPr>
        <p:spPr>
          <a:xfrm>
            <a:off x="6327648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Optimise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327648" y="331012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[Validation, testing loops, iterations and how feedback was incorporated]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05840"/>
            <a:ext cx="3657600" cy="2743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0"/>
            <a:ext cx="1325880" cy="13258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292608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92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OUTCOMES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548640" y="685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Did We Achieve?</a:t>
            </a:r>
            <a:endParaRPr lang="en-US" sz="3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719072"/>
            <a:ext cx="8229600" cy="457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847088"/>
            <a:ext cx="1938528" cy="15544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Shape 4"/>
          <p:cNvSpPr/>
          <p:nvPr/>
        </p:nvSpPr>
        <p:spPr>
          <a:xfrm>
            <a:off x="548640" y="1847088"/>
            <a:ext cx="193852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5"/>
          <p:cNvSpPr/>
          <p:nvPr/>
        </p:nvSpPr>
        <p:spPr>
          <a:xfrm>
            <a:off x="548640" y="202996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XX%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548640" y="285292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2633472" y="1847088"/>
            <a:ext cx="1938528" cy="15544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Shape 8"/>
          <p:cNvSpPr/>
          <p:nvPr/>
        </p:nvSpPr>
        <p:spPr>
          <a:xfrm>
            <a:off x="2633472" y="1847088"/>
            <a:ext cx="193852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9"/>
          <p:cNvSpPr/>
          <p:nvPr/>
        </p:nvSpPr>
        <p:spPr>
          <a:xfrm>
            <a:off x="2633472" y="202996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₹X L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2633472" y="285292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Saved / Month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18304" y="1847088"/>
            <a:ext cx="1938528" cy="15544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Shape 12"/>
          <p:cNvSpPr/>
          <p:nvPr/>
        </p:nvSpPr>
        <p:spPr>
          <a:xfrm>
            <a:off x="4718304" y="1847088"/>
            <a:ext cx="193852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3"/>
          <p:cNvSpPr/>
          <p:nvPr/>
        </p:nvSpPr>
        <p:spPr>
          <a:xfrm>
            <a:off x="4718304" y="202996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 hrs</a:t>
            </a:r>
            <a:endParaRPr lang="en-US" sz="3600" dirty="0"/>
          </a:p>
        </p:txBody>
      </p:sp>
      <p:sp>
        <p:nvSpPr>
          <p:cNvPr id="19" name="Text 14"/>
          <p:cNvSpPr/>
          <p:nvPr/>
        </p:nvSpPr>
        <p:spPr>
          <a:xfrm>
            <a:off x="4718304" y="285292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/ Delivery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803136" y="1847088"/>
            <a:ext cx="1938528" cy="15544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Shape 16"/>
          <p:cNvSpPr/>
          <p:nvPr/>
        </p:nvSpPr>
        <p:spPr>
          <a:xfrm>
            <a:off x="6803136" y="1847088"/>
            <a:ext cx="193852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17"/>
          <p:cNvSpPr/>
          <p:nvPr/>
        </p:nvSpPr>
        <p:spPr>
          <a:xfrm>
            <a:off x="6803136" y="202996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 K</a:t>
            </a:r>
            <a:endParaRPr lang="en-US" sz="3600" dirty="0"/>
          </a:p>
        </p:txBody>
      </p:sp>
      <p:sp>
        <p:nvSpPr>
          <p:cNvPr id="23" name="Text 18"/>
          <p:cNvSpPr/>
          <p:nvPr/>
        </p:nvSpPr>
        <p:spPr>
          <a:xfrm>
            <a:off x="6803136" y="285292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Impacted / Day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3547872"/>
            <a:ext cx="8229600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Shape 20"/>
          <p:cNvSpPr/>
          <p:nvPr/>
        </p:nvSpPr>
        <p:spPr>
          <a:xfrm>
            <a:off x="548640" y="3547872"/>
            <a:ext cx="82296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1"/>
          <p:cNvSpPr/>
          <p:nvPr/>
        </p:nvSpPr>
        <p:spPr>
          <a:xfrm>
            <a:off x="713232" y="3712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OUTCOMES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13232" y="40050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—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932688" y="40050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operational improvement achieved]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713232" y="427939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—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932688" y="4279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[Before vs After: key metric improved]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13232" y="455371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—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32688" y="4553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[SLA / NPS / satisfaction metric met]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919472" y="40050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—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138928" y="40050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[User / rider / customer impact observed]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919472" y="427939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—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138928" y="42793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[System reliability or scalability gain]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4919472" y="455371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—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5138928" y="45537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 benchmark comparison]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05840"/>
            <a:ext cx="3657600" cy="2743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0"/>
            <a:ext cx="1325880" cy="13258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292608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92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COST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548640" y="685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It Cost?</a:t>
            </a:r>
            <a:endParaRPr lang="en-US" sz="3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719072"/>
            <a:ext cx="8229600" cy="457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1883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2743200" y="18836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5806440" y="18836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(₹)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7406640" y="1883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48640" y="2157984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8"/>
          <p:cNvSpPr/>
          <p:nvPr/>
        </p:nvSpPr>
        <p:spPr>
          <a:xfrm>
            <a:off x="548640" y="2194560"/>
            <a:ext cx="8229600" cy="43891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22311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743200" y="22311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[Cloud / Servers / Storage]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806440" y="22311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X,XX,XXX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406640" y="22311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26883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743200" y="26883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[Engineering effort / FTEs]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806440" y="26883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X,XX,XXX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406640" y="26883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108960"/>
            <a:ext cx="8229600" cy="43891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31455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743200" y="31455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[3rd-party tools / APIs]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806440" y="31455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X,XX,XXX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406640" y="31455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40080" y="36027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743200" y="36027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[Ops / Support / Monitoring]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806440" y="3602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X,XX,XXX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7406640" y="36027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48640" y="4078224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2" name="Text 27"/>
          <p:cNvSpPr/>
          <p:nvPr/>
        </p:nvSpPr>
        <p:spPr>
          <a:xfrm>
            <a:off x="640080" y="4151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5806440" y="41513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 X,XX,XXX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548640" y="4700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 </a:t>
            </a: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₹5 saved per ₹1 spent — breakeven in X months]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731520"/>
            <a:ext cx="4114800" cy="310896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0"/>
            <a:ext cx="1325880" cy="13258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292608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926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EXECUTIVE SUMMARY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548640" y="685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</a:rPr>
              <a:t>Summary</a:t>
            </a:r>
            <a:endParaRPr lang="en-US" sz="3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719072"/>
            <a:ext cx="8229600" cy="457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85216" y="1892808"/>
            <a:ext cx="5029200" cy="3035808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Shape 4"/>
          <p:cNvSpPr/>
          <p:nvPr/>
        </p:nvSpPr>
        <p:spPr>
          <a:xfrm>
            <a:off x="548640" y="1847088"/>
            <a:ext cx="54864" cy="30358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5"/>
          <p:cNvSpPr/>
          <p:nvPr/>
        </p:nvSpPr>
        <p:spPr>
          <a:xfrm>
            <a:off x="713232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2468880" y="1920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3950208" y="1920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700" dirty="0"/>
          </a:p>
        </p:txBody>
      </p:sp>
      <p:sp>
        <p:nvSpPr>
          <p:cNvPr id="13" name="Shape 8"/>
          <p:cNvSpPr/>
          <p:nvPr/>
        </p:nvSpPr>
        <p:spPr>
          <a:xfrm>
            <a:off x="713232" y="2167128"/>
            <a:ext cx="4754880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9"/>
          <p:cNvSpPr/>
          <p:nvPr/>
        </p:nvSpPr>
        <p:spPr>
          <a:xfrm>
            <a:off x="713232" y="224942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13232" y="250545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[Problem statement A]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468880" y="2304288"/>
            <a:ext cx="1234440" cy="14630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Shape 12"/>
          <p:cNvSpPr/>
          <p:nvPr/>
        </p:nvSpPr>
        <p:spPr>
          <a:xfrm>
            <a:off x="2468880" y="2304288"/>
            <a:ext cx="925830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3"/>
          <p:cNvSpPr/>
          <p:nvPr/>
        </p:nvSpPr>
        <p:spPr>
          <a:xfrm>
            <a:off x="3758184" y="22677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950208" y="2304288"/>
            <a:ext cx="1234440" cy="14630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Shape 15"/>
          <p:cNvSpPr/>
          <p:nvPr/>
        </p:nvSpPr>
        <p:spPr>
          <a:xfrm>
            <a:off x="3950208" y="2304288"/>
            <a:ext cx="308610" cy="146304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1" name="Text 16"/>
          <p:cNvSpPr/>
          <p:nvPr/>
        </p:nvSpPr>
        <p:spPr>
          <a:xfrm>
            <a:off x="5239512" y="22677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13232" y="3054096"/>
            <a:ext cx="4754880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18"/>
          <p:cNvSpPr/>
          <p:nvPr/>
        </p:nvSpPr>
        <p:spPr>
          <a:xfrm>
            <a:off x="713232" y="31089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13232" y="336499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[Problem statement B]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2468880" y="3163824"/>
            <a:ext cx="1234440" cy="14630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6" name="Shape 21"/>
          <p:cNvSpPr/>
          <p:nvPr/>
        </p:nvSpPr>
        <p:spPr>
          <a:xfrm>
            <a:off x="2468880" y="3163824"/>
            <a:ext cx="678942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2"/>
          <p:cNvSpPr/>
          <p:nvPr/>
        </p:nvSpPr>
        <p:spPr>
          <a:xfrm>
            <a:off x="3758184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950208" y="3163824"/>
            <a:ext cx="1234440" cy="14630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9" name="Shape 24"/>
          <p:cNvSpPr/>
          <p:nvPr/>
        </p:nvSpPr>
        <p:spPr>
          <a:xfrm>
            <a:off x="3950208" y="3163824"/>
            <a:ext cx="555498" cy="146304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0" name="Text 25"/>
          <p:cNvSpPr/>
          <p:nvPr/>
        </p:nvSpPr>
        <p:spPr>
          <a:xfrm>
            <a:off x="5239512" y="31272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713232" y="3913632"/>
            <a:ext cx="4754880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2" name="Text 27"/>
          <p:cNvSpPr/>
          <p:nvPr/>
        </p:nvSpPr>
        <p:spPr>
          <a:xfrm>
            <a:off x="713232" y="396849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713232" y="42245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[Problem statement C]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2468880" y="4023360"/>
            <a:ext cx="1234440" cy="14630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5" name="Shape 30"/>
          <p:cNvSpPr/>
          <p:nvPr/>
        </p:nvSpPr>
        <p:spPr>
          <a:xfrm>
            <a:off x="2468880" y="4023360"/>
            <a:ext cx="1110996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1"/>
          <p:cNvSpPr/>
          <p:nvPr/>
        </p:nvSpPr>
        <p:spPr>
          <a:xfrm>
            <a:off x="3758184" y="398678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3950208" y="4023360"/>
            <a:ext cx="1234440" cy="14630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8" name="Shape 33"/>
          <p:cNvSpPr/>
          <p:nvPr/>
        </p:nvSpPr>
        <p:spPr>
          <a:xfrm>
            <a:off x="3950208" y="4023360"/>
            <a:ext cx="123444" cy="146304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9" name="Text 34"/>
          <p:cNvSpPr/>
          <p:nvPr/>
        </p:nvSpPr>
        <p:spPr>
          <a:xfrm>
            <a:off x="5239512" y="398678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852160" y="2028469"/>
            <a:ext cx="2898648" cy="2779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6"/>
          <p:cNvSpPr/>
          <p:nvPr/>
        </p:nvSpPr>
        <p:spPr>
          <a:xfrm>
            <a:off x="5760720" y="1847088"/>
            <a:ext cx="303580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2" name="Text 37"/>
          <p:cNvSpPr/>
          <p:nvPr/>
        </p:nvSpPr>
        <p:spPr>
          <a:xfrm>
            <a:off x="5907024" y="1975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VELOCITY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5907024" y="23042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Duration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7406640" y="2304288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weeks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5907024" y="2761488"/>
            <a:ext cx="274320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6" name="Text 41"/>
          <p:cNvSpPr/>
          <p:nvPr/>
        </p:nvSpPr>
        <p:spPr>
          <a:xfrm>
            <a:off x="5907024" y="28163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Shipped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7406640" y="281635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X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5907024" y="3273552"/>
            <a:ext cx="274320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9" name="Text 44"/>
          <p:cNvSpPr/>
          <p:nvPr/>
        </p:nvSpPr>
        <p:spPr>
          <a:xfrm>
            <a:off x="5907024" y="33284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Frequency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7406640" y="332841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</a:t>
            </a:r>
            <a:endParaRPr lang="en-US" sz="1300" dirty="0"/>
          </a:p>
        </p:txBody>
      </p:sp>
      <p:sp>
        <p:nvSpPr>
          <p:cNvPr id="51" name="Shape 46"/>
          <p:cNvSpPr/>
          <p:nvPr/>
        </p:nvSpPr>
        <p:spPr>
          <a:xfrm>
            <a:off x="5907024" y="3785616"/>
            <a:ext cx="274320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2" name="Text 47"/>
          <p:cNvSpPr/>
          <p:nvPr/>
        </p:nvSpPr>
        <p:spPr>
          <a:xfrm>
            <a:off x="5907024" y="3840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Cycle Time</a:t>
            </a:r>
            <a:endParaRPr lang="en-US" sz="1100" dirty="0"/>
          </a:p>
        </p:txBody>
      </p:sp>
      <p:sp>
        <p:nvSpPr>
          <p:cNvPr id="53" name="Text 48"/>
          <p:cNvSpPr/>
          <p:nvPr/>
        </p:nvSpPr>
        <p:spPr>
          <a:xfrm>
            <a:off x="7406640" y="38404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days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5907024" y="4297680"/>
            <a:ext cx="274320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5" name="Text 50"/>
          <p:cNvSpPr/>
          <p:nvPr/>
        </p:nvSpPr>
        <p:spPr>
          <a:xfrm>
            <a:off x="5907024" y="43525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Turnaround</a:t>
            </a:r>
            <a:endParaRPr lang="en-US" sz="1100" dirty="0"/>
          </a:p>
        </p:txBody>
      </p:sp>
      <p:sp>
        <p:nvSpPr>
          <p:cNvPr id="56" name="Text 51"/>
          <p:cNvSpPr/>
          <p:nvPr/>
        </p:nvSpPr>
        <p:spPr>
          <a:xfrm>
            <a:off x="7406640" y="4352544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X hrs</a:t>
            </a:r>
            <a:endParaRPr lang="en-US" sz="1300" dirty="0"/>
          </a:p>
        </p:txBody>
      </p:sp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681728"/>
            <a:ext cx="347472" cy="347472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1005840" y="47000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XPRESSBEES  ·  HACKATHON 2026  ·  Built fast. Shipped smart. Measured hard.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401</Words>
  <Application>Microsoft Office PowerPoint</Application>
  <PresentationFormat>On-screen Show (16:9)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sakshi vaid</cp:lastModifiedBy>
  <cp:revision>2</cp:revision>
  <dcterms:created xsi:type="dcterms:W3CDTF">2026-05-03T13:53:10Z</dcterms:created>
  <dcterms:modified xsi:type="dcterms:W3CDTF">2026-05-03T15:10:12Z</dcterms:modified>
</cp:coreProperties>
</file>